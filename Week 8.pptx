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1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2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8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4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9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2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E129E-21FC-42CA-BCA8-15FBB109A79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5317-D13A-48BD-A0C0-42BCC529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7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+mn-lt"/>
              </a:rPr>
              <a:t>CYBERSECURITY INTERNSHIP</a:t>
            </a:r>
            <a:br>
              <a:rPr lang="en-US" b="1" dirty="0" smtClean="0">
                <a:latin typeface="+mn-lt"/>
              </a:rPr>
            </a:br>
            <a:r>
              <a:rPr lang="en-US" sz="2000" b="1" u="sng" dirty="0" smtClean="0">
                <a:latin typeface="+mn-lt"/>
              </a:rPr>
              <a:t>WEEK 8 ASSIGNMENT</a:t>
            </a:r>
            <a:br>
              <a:rPr lang="en-US" sz="2000" b="1" u="sng" dirty="0" smtClean="0">
                <a:latin typeface="+mn-lt"/>
              </a:rPr>
            </a:br>
            <a:r>
              <a:rPr lang="en-US" sz="2000" b="1" u="sng" dirty="0" smtClean="0">
                <a:latin typeface="+mn-lt"/>
              </a:rPr>
              <a:t> ADVANCED VAPT: ATTACK CHAIN &amp; FULL EXPLOITATION PROJECT</a:t>
            </a:r>
            <a:endParaRPr lang="en-US" sz="2000" b="1" u="sng" dirty="0">
              <a:latin typeface="+mn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smtClean="0"/>
              <a:t>Submitted by </a:t>
            </a:r>
          </a:p>
          <a:p>
            <a:pPr marL="0" indent="0">
              <a:buNone/>
            </a:pPr>
            <a:r>
              <a:rPr lang="en-US" sz="1800" dirty="0" smtClean="0"/>
              <a:t>Name: </a:t>
            </a:r>
            <a:r>
              <a:rPr lang="en-US" sz="1800" dirty="0" err="1" smtClean="0"/>
              <a:t>Deepashree.C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Role: </a:t>
            </a:r>
            <a:r>
              <a:rPr lang="en-US" sz="1800" dirty="0" err="1" smtClean="0"/>
              <a:t>Cybersecurity</a:t>
            </a:r>
            <a:r>
              <a:rPr lang="en-US" sz="1800" dirty="0" smtClean="0"/>
              <a:t> Intern</a:t>
            </a:r>
          </a:p>
          <a:p>
            <a:pPr marL="0" indent="0">
              <a:buNone/>
            </a:pPr>
            <a:r>
              <a:rPr lang="en-US" sz="1800" dirty="0" smtClean="0"/>
              <a:t> Week: Week 8</a:t>
            </a:r>
          </a:p>
          <a:p>
            <a:pPr marL="0" indent="0">
              <a:buNone/>
            </a:pPr>
            <a:r>
              <a:rPr lang="en-US" sz="1800" dirty="0" smtClean="0"/>
              <a:t> SIN: DG/SEPTEMBER/CYBER/254</a:t>
            </a:r>
          </a:p>
          <a:p>
            <a:pPr marL="0" indent="0">
              <a:buNone/>
            </a:pPr>
            <a:r>
              <a:rPr lang="en-US" sz="1800" dirty="0" smtClean="0"/>
              <a:t> Submitted to: DG Interns Hub </a:t>
            </a:r>
          </a:p>
          <a:p>
            <a:pPr marL="0" indent="0">
              <a:buNone/>
            </a:pPr>
            <a:r>
              <a:rPr lang="en-US" sz="1800" b="1" dirty="0" smtClean="0"/>
              <a:t>Topics covered:</a:t>
            </a:r>
          </a:p>
          <a:p>
            <a:pPr marL="0" indent="0">
              <a:buNone/>
            </a:pPr>
            <a:r>
              <a:rPr lang="en-US" sz="1800" dirty="0" smtClean="0"/>
              <a:t> o Attack Surface Mapping, Authentication &amp;Application Flow Analysis </a:t>
            </a:r>
          </a:p>
          <a:p>
            <a:pPr marL="0" indent="0">
              <a:buNone/>
            </a:pPr>
            <a:r>
              <a:rPr lang="en-US" sz="1800" dirty="0" smtClean="0"/>
              <a:t>o Authorization and Access-Control Testing, Parameter Tampering </a:t>
            </a:r>
          </a:p>
          <a:p>
            <a:pPr marL="0" indent="0">
              <a:buNone/>
            </a:pPr>
            <a:r>
              <a:rPr lang="en-US" sz="1800" dirty="0" smtClean="0"/>
              <a:t>o Session Management Testing </a:t>
            </a:r>
          </a:p>
          <a:p>
            <a:pPr marL="0" indent="0">
              <a:buNone/>
            </a:pPr>
            <a:r>
              <a:rPr lang="en-US" sz="1800" dirty="0" smtClean="0"/>
              <a:t>o Burp Suite Request Interception and Analysis, Authorization Bypass Testing o Attack Chain Development </a:t>
            </a:r>
          </a:p>
          <a:p>
            <a:pPr marL="0" indent="0">
              <a:buNone/>
            </a:pPr>
            <a:r>
              <a:rPr lang="en-US" sz="1800" dirty="0" smtClean="0"/>
              <a:t>o Risk Assessment and Business Impact o Vulnerability Remediation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1765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+mn-lt"/>
              </a:rPr>
              <a:t>Introduction &amp; Objectives</a:t>
            </a:r>
            <a:endParaRPr lang="en-US" sz="3200" b="1" dirty="0"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73198"/>
            <a:ext cx="1119550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Performed an authorized security assessment of Damn Vulnerable Web Application (DVWA) in a controlled virtual lab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Utilized Kali Linux, Mozilla Firefox, and Burp Suite Community Edition to conduct web application security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Evaluated authentication mechanisms, authorization controls, HTTP parameter manipulation, and session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Examined potential access control vulnerabilities and their impact on the confidentiality of user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Documented security weaknesses and identified appropriate mitigation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Identify and analyze the application's attack surface and potential security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Examine authentication workflows and understand the application's request-response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Evaluate authorization policies and identify weaknesses in access control enforcement.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Capture, inspect, and modify HTTP requests using Burp Suite Community Edition.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Analyze session ID generation and assess session management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Demonstrate a potential vulnerability exploitation chain within the authorized lab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Recommend security best practices and remediation measures to strengthen the application's overall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2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908" y="3998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+mn-lt"/>
              </a:rPr>
              <a:t>Scope, Environment &amp; Attack Surface</a:t>
            </a:r>
            <a:endParaRPr lang="en-US" sz="3200" b="1" dirty="0">
              <a:latin typeface="+mn-lt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106041"/>
              </p:ext>
            </p:extLst>
          </p:nvPr>
        </p:nvGraphicFramePr>
        <p:xfrm>
          <a:off x="833380" y="2555897"/>
          <a:ext cx="7014259" cy="30175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52953"/>
                <a:gridCol w="4861306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Target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Damn Vulnerable Web Application (DVWA)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Target IP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10.x.x.x (Local Lab IP)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Testing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Kali Linux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Web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Mozilla Firefox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Interception Proxy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Burp Suite Community Edition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Security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Medium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Testing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Authorized Local Web Application VAPT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Isolated Virtual Lab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82908" y="1993477"/>
            <a:ext cx="21257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1. Testing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9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0409" y="903643"/>
            <a:ext cx="573775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Attack Surface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Login Module: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Tested authentication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Access Control: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Checked restricted pages and permissions.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 Data: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Examined unauthorized data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Brute Force: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Evaluated login protection.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SQL Injection: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Tested input fields for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Session Management: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Analyzed session ID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3. Testing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Conducted manual testing in an authorized virtual lab using Burp Suite to inspect HTTP requests, test application security, identify vulnerabilities, and recommend remediation.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264" y="903643"/>
            <a:ext cx="4008467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3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Authentication &amp; Parameter Tampering</a:t>
            </a:r>
            <a:endParaRPr lang="en-US" sz="32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39934" y="2010763"/>
            <a:ext cx="607188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4. Authentication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Logged in using the authorized test account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gordonb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Intercepted the login request with Burp Suite.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Examined the HTTP method and authentication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Limited testing to manual verification without automated password guessing.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5. Parameter Tampering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Intercepted a request from the SQL Injection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Modified the User ID parameter using Burp Suite Repeater.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Resubmitted the request and analyzed the server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Observed parameter manipulation behavior without claiming a confirmed IDOR vulnerability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88763" y="6174147"/>
            <a:ext cx="44842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Fig 3</a:t>
            </a:r>
            <a:r>
              <a:rPr lang="en-US" sz="1600" dirty="0"/>
              <a:t>: User ID Parameter Modified Using Burp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25374" y="3811256"/>
            <a:ext cx="41151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 smtClean="0"/>
              <a:t>Fig </a:t>
            </a:r>
            <a:r>
              <a:rPr lang="en-US" sz="1600" dirty="0"/>
              <a:t>2: Brute Force Login Request Intercepted in </a:t>
            </a:r>
            <a:endParaRPr lang="en-US" sz="1600" dirty="0" smtClean="0"/>
          </a:p>
          <a:p>
            <a:pPr algn="ctr"/>
            <a:r>
              <a:rPr lang="en-US" sz="1600" dirty="0" smtClean="0"/>
              <a:t>Burp </a:t>
            </a:r>
            <a:r>
              <a:rPr lang="en-US" sz="1600" dirty="0"/>
              <a:t>Suite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49" y="2040087"/>
            <a:ext cx="3722443" cy="14287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49" y="4497355"/>
            <a:ext cx="3957017" cy="167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75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Authorization Bypass Testing</a:t>
            </a:r>
            <a:endParaRPr lang="en-US" sz="3200" dirty="0"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25563"/>
            <a:ext cx="529638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Testing Procedure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Logged in using the non-admin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gordonb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Opened the Authorization Bypass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Tried to access the restricted page and saw an “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Unauthorised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”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Checked the backend endpoint using Burp Suite.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Observed that the endpoint returned multiple user records, including administrator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Observation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Although the page denied access, the backend endpoint returned user information. This indicates a possible access control issue.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normal user could potentially view information belonging to other users without permission.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Recommendation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proper authorization checks on the server and ensure that only authorized users can access restricted information.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9665" y="6164815"/>
            <a:ext cx="43530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Fig </a:t>
            </a:r>
            <a:r>
              <a:rPr lang="en-US" sz="1600" dirty="0"/>
              <a:t>5: JSON Response Containing User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8190" y="345280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 smtClean="0"/>
              <a:t>Fig 4</a:t>
            </a:r>
            <a:r>
              <a:rPr lang="en-US" sz="1600" dirty="0"/>
              <a:t>: Restricted </a:t>
            </a:r>
            <a:r>
              <a:rPr lang="en-US" sz="1600" dirty="0" err="1"/>
              <a:t>Authorisation</a:t>
            </a:r>
            <a:r>
              <a:rPr lang="en-US" sz="1600" dirty="0"/>
              <a:t> Bypass Page Displaying </a:t>
            </a:r>
            <a:r>
              <a:rPr lang="en-US" sz="1600" dirty="0" smtClean="0"/>
              <a:t>an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 err="1"/>
              <a:t>Unauthorised</a:t>
            </a:r>
            <a:r>
              <a:rPr lang="en-US" sz="1600" dirty="0"/>
              <a:t> Message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665" y="2295330"/>
            <a:ext cx="4747671" cy="10543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665" y="5070710"/>
            <a:ext cx="4641808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7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223" y="4442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+mn-lt"/>
              </a:rPr>
              <a:t>Attack Chain Development</a:t>
            </a:r>
            <a:endParaRPr lang="en-US" sz="3200" b="1" dirty="0"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55126"/>
            <a:ext cx="5990863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Demonstrated Attack Chain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 1: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Logged in using a non-administrative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gordonb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 2: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Tried to open the restricted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 3: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application displayed an “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Unauthorised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”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 4: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Inspected the backend endpoint using Burp Suite.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 5: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Found that the endpoint returned multiple user records, including administrator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Attack Chain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Demonstrated possible unauthorized access to user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Identified a weakness in backend authorization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Showed that frontend restrictions did not fully protect the backend endpoint.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Account takeover or administrative access was not demonstrated.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19795" y="531719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/>
              <a:t>Fig 6</a:t>
            </a:r>
            <a:r>
              <a:rPr lang="en-US" sz="1400" dirty="0"/>
              <a:t>: Attack Flow Diagram Illustrating </a:t>
            </a:r>
            <a:r>
              <a:rPr lang="en-US" sz="1400" dirty="0" smtClean="0"/>
              <a:t>the</a:t>
            </a:r>
          </a:p>
          <a:p>
            <a:r>
              <a:rPr lang="en-US" sz="1400" dirty="0" smtClean="0"/>
              <a:t>                 Authorization </a:t>
            </a:r>
            <a:r>
              <a:rPr lang="en-US" sz="1400" dirty="0"/>
              <a:t>Weakness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224" y="2122229"/>
            <a:ext cx="4922947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4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19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Key Findings &amp; Risk Impact</a:t>
            </a:r>
            <a:endParaRPr lang="en-US" sz="3200" b="1" dirty="0"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69452"/>
            <a:ext cx="6700935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Finding 1: Improper Authorization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Severity: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High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backend endpoint exposed multiple user records to a non-admin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indicates a potential access-control weakness that may lead to unauthorized data disclosure.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Finding 2: Weak Session ID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Severity: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Medium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Session IDs were numeric and appeared related to generation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Session hijacking was not demonstrated, but further testing is needed to verify predictability.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Finding 3: Potential IDOR Vulnerability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Severity: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Medium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User ID parameter was modified using Burp Suite Repeater.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Unauthorized object access was not confirmed and requires further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Potential Business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Unauthorized exposure of user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Privacy and data confidentiality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Increased risk of targeted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Loss of user trust and reputation.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Potential regulatory and compliance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97029" y="5474351"/>
            <a:ext cx="41422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 </a:t>
            </a:r>
            <a:r>
              <a:rPr lang="en-US" sz="1400" dirty="0"/>
              <a:t>7: Weak Session ID Values Observed During Testing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29" y="1767334"/>
            <a:ext cx="4435224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5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Remediation &amp; 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66158"/>
            <a:ext cx="775686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Remediation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Enforce server-side authorization checks on all sensitive endpoints.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Verify user permissions before providing restricted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Generate secure, unpredictable session IDs and regenerate them after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Validate user-controlled parameters on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Apply rate limiting and monitor suspicious authentication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Conduct independent security testing of backend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Conducted an authorized VAPT assessment of DVWA in a controlled lab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Evaluated authentication, authorization, session management, and parameter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Identified unauthorized exposure of user records through a backend endpoint.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Observed potential weaknesses in session ID generation and parameter tampering.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Proposed security improvements to strengthen access controls and reduce potential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75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1006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CYBERSECURITY INTERNSHIP WEEK 8 ASSIGNMENT  ADVANCED VAPT: ATTACK CHAIN &amp; FULL EXPLOITATION PROJECT</vt:lpstr>
      <vt:lpstr>Introduction &amp; Objectives</vt:lpstr>
      <vt:lpstr>Scope, Environment &amp; Attack Surface</vt:lpstr>
      <vt:lpstr>PowerPoint Presentation</vt:lpstr>
      <vt:lpstr>Authentication &amp; Parameter Tampering</vt:lpstr>
      <vt:lpstr>Authorization Bypass Testing</vt:lpstr>
      <vt:lpstr>Attack Chain Development</vt:lpstr>
      <vt:lpstr>Key Findings &amp; Risk Impact</vt:lpstr>
      <vt:lpstr>Remediation &amp;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INTERNSHIP WEEK 8 ASSIGNMENT  ADVANCED VAPT: ATTACK CHAIN &amp; FULL EXPLOITATION PROJECT</dc:title>
  <dc:creator>Microsoft account</dc:creator>
  <cp:lastModifiedBy>Microsoft account</cp:lastModifiedBy>
  <cp:revision>7</cp:revision>
  <dcterms:created xsi:type="dcterms:W3CDTF">2026-10-24T14:25:50Z</dcterms:created>
  <dcterms:modified xsi:type="dcterms:W3CDTF">2026-10-26T15:09:09Z</dcterms:modified>
</cp:coreProperties>
</file>